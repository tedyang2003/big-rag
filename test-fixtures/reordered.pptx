
<file path=[Content_Types].xml><?xml version="1.0" encoding="utf-8"?>
<Types xmlns="http://schemas.openxmlformats.org/package/2006/content-types"/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2"/>
    <p:sldId id="257" r:id="rIdSlide1"/>
  </p:sldIdLst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Notes For Slide Two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Notes For Slide One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2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One Content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Two Content</a:t>
            </a:r>
          </a:p>
        </p:txBody>
      </p:sp>
    </p:spTree>
  </p:cSld>
</p:sld>
</file>